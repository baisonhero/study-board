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498848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* 6月末までの累積実績  /  黄色縦線 = 実績→予測の境界  /  実績 &lt; 計画 = 緑、実績 &gt; 計画 = 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アクティブユーザー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当チームは右上の優良ゾーン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