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当チームは右上の優良ゾーン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017520" y="8869680"/>
            <a:ext cx="731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使用率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