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Segoe UI"/>
                <a:ea typeface="メイリオ"/>
              </a:rPr>
              <a:t>2026年度Q1 累積  /  報告日: 2026-07-01  /  対象期間: 2026/04/01 - 06/30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258568"/>
            <a:ext cx="3813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7月以降は計画値 (月 750 [千円])  /  単月行数は実績のみ表示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ユーザー数 (アクティブ/登録)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 / 18名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 / +1名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 / 17名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941063" y="9555480"/>
            <a:ext cx="3255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公開研究の月間コード生産量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941063" y="9710928"/>
            <a:ext cx="3255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品質・複雑度・業務特性は考慮されない単純比較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941063" y="98572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941063" y="98572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032504" y="98846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保守的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672584" y="98846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325 〜 750 行/月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08776" y="98846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Capers Jones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941063" y="100858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941063" y="100858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32504" y="101132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中央値的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672584" y="101132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08776" y="101132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日本SI業界 (IPA)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941063" y="10314432"/>
            <a:ext cx="3255264" cy="201168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941063" y="10314432"/>
            <a:ext cx="45720" cy="20116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032504" y="10341864"/>
            <a:ext cx="64008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生産性高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672584" y="10341864"/>
            <a:ext cx="1508760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22824"/>
                </a:solidFill>
                <a:latin typeface="Segoe UI"/>
                <a:ea typeface="メイリオ"/>
              </a:rPr>
              <a:t>1,500 〜 1,600 行/月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208776" y="10341864"/>
            <a:ext cx="941832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個人実測 / Scrum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