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9月まで: 外注費用 2.6人月相当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9月までの予測コスト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4,140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2.6人月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0784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2888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64992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7096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61304" y="4041648"/>
            <a:ext cx="142646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6ヶ月合計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32888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64992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97096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1304" y="4187952"/>
            <a:ext cx="142646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36499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0784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4992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97096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61304" y="4334256"/>
            <a:ext cx="142646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ユーザー数 (アクティブ/登録)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 / 18名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 / +1名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 / 17名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32,000 [千円] 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20人月 × 1,600 千円/人月 (新規開発上位25% 1,000行/人月 基準)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pic>
        <p:nvPicPr>
          <p:cNvPr id="313" name="Picture 312" descr="v11r18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