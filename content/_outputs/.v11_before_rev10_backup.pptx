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月次利用量レポート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6692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累積  /  報告日: 2026-07-01  /  対象期間: 2026/04/01 - 06/30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5.4人月相当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005840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161288"/>
            <a:ext cx="1266443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B5C9A8"/>
                </a:solidFill>
                <a:latin typeface="Segoe UI"/>
                <a:ea typeface="メイリオ"/>
              </a:rPr>
              <a:t>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335024"/>
            <a:ext cx="135788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792224"/>
            <a:ext cx="135788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5603" y="987552"/>
            <a:ext cx="12664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年度末着地予測 (予測)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3" y="1152144"/>
            <a:ext cx="13578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3A2E"/>
                </a:solidFill>
                <a:latin typeface="Segoe UI"/>
                <a:ea typeface="メイリオ"/>
              </a:rPr>
              <a:t>8,640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481328"/>
            <a:ext cx="135788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5603" y="1627632"/>
            <a:ext cx="1266443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5.4人月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5603" y="1801368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258568"/>
            <a:ext cx="3813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7月以降は計画値 (月 750 [千円])  /  単月行数は実績のみ表示</a:t>
            </a:r>
          </a:p>
        </p:txBody>
      </p:sp>
      <p:pic>
        <p:nvPicPr>
          <p:cNvPr id="36" name="Picture 35" descr="v11r2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026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31847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501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59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3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10月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11月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135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12月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451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2月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610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3月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4041648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年間合計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026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1847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501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9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9768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35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51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610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418795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9,000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343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26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1847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343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501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659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8183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9768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35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0293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8451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610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34256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498848"/>
            <a:ext cx="7013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* 6月末までの累積実績  /  黄色縦線 = 実績→予測の境界  /  実績 &lt; 計画 = 緑、実績 &gt; 計画 = 橙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アクティブユーザー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▶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◀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約 1,260 [千円] 投資換算 (人月単純相当)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36,400 行 / 人/月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 行/人/月 の 約61倍 (※単純比較)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41063" y="9555480"/>
            <a:ext cx="3255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公開研究の月間コード生産量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941063" y="9710928"/>
            <a:ext cx="32552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品質・複雑度・業務特性は考慮されない単純比較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941063" y="98572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941063" y="98572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032504" y="98846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保守的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672584" y="98846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325 〜 750 行/月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208776" y="98846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Capers Jones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941063" y="100858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941063" y="100858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032504" y="101132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中央値的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672584" y="101132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208776" y="101132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日本SI業界 (IPA)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941063" y="103144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941063" y="103144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032504" y="103418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生産性高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672584" y="103418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1,500 〜 1,600 行/月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208776" y="103418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個人実測 / Scrum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