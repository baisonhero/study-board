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当チームは右上の優良ゾーン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154680" y="88696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